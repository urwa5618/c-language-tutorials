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1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0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6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2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0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7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0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1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7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03D0F-86C1-4107-B7BB-463911C06DF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388DD-2B1A-4484-BDA2-2DA16BE9A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8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>
                <a:latin typeface="Bahnschrift Condensed" panose="020B0502040204020203" pitchFamily="34" charset="0"/>
              </a:rPr>
              <a:t>Importance of AI in HealthCare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440" y="3628615"/>
            <a:ext cx="10993120" cy="1655762"/>
          </a:xfrm>
        </p:spPr>
        <p:txBody>
          <a:bodyPr>
            <a:noAutofit/>
          </a:bodyPr>
          <a:lstStyle/>
          <a:p>
            <a:r>
              <a:rPr lang="en-US" sz="4400" b="1" strike="sngStrike" dirty="0" smtClean="0">
                <a:latin typeface="Bahnschrift Condensed" panose="020B0502040204020203" pitchFamily="34" charset="0"/>
              </a:rPr>
              <a:t>Revolutionizing Diagnosis, Treatment, and Patient Care</a:t>
            </a:r>
          </a:p>
          <a:p>
            <a:r>
              <a:rPr lang="en-US" sz="4400" b="1" dirty="0" smtClean="0">
                <a:latin typeface="Bahnschrift Condensed" panose="020B0502040204020203" pitchFamily="34" charset="0"/>
              </a:rPr>
              <a:t>Prepared by Urwa Rafique 25K-3066</a:t>
            </a:r>
            <a:endParaRPr lang="en-US" sz="44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75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AGENDA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40"/>
            <a:ext cx="82143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Introduction to AI in Healthcare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Applications of AI in Diagnosis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AI in Treatment &amp; Patient Care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AI in Medical Research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Benefits of AI in Healthcare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Challenges &amp; Ethical Considerations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Future of AI in Healthcare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Interactive Quiz / Scenario Activity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437623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068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Introduction to AI in HealthCare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0560" y="1951864"/>
            <a:ext cx="102514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Artificial Intelligence (AI) refers to computer systems that can perform tasks that normally require human intelligence.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AI in healthcare uses algorithms, machine learning, and data analysis to improve patient outcomes.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It supports faster, more accurate diagnosis and personalized treatment.</a:t>
            </a:r>
          </a:p>
        </p:txBody>
      </p:sp>
    </p:spTree>
    <p:extLst>
      <p:ext uri="{BB962C8B-B14F-4D97-AF65-F5344CB8AC3E}">
        <p14:creationId xmlns:p14="http://schemas.microsoft.com/office/powerpoint/2010/main" val="27200117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Application of AI in Diagnosis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36173"/>
            <a:ext cx="97891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Medical Imaging: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AI analyzes X-rays, MRIs, and CT scans for early disease detection.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Predictive Analytics: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Algorithms predict disease risk based on patient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Virtual Assistants: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AI </a:t>
            </a:r>
            <a:r>
              <a:rPr lang="en-US" altLang="en-US" sz="3600" dirty="0">
                <a:latin typeface="Bahnschrift Condensed" panose="020B0502040204020203" pitchFamily="34" charset="0"/>
              </a:rPr>
              <a:t>C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hatbots help with symptom checking and appointment scheduling.</a:t>
            </a:r>
          </a:p>
        </p:txBody>
      </p:sp>
    </p:spTree>
    <p:extLst>
      <p:ext uri="{BB962C8B-B14F-4D97-AF65-F5344CB8AC3E}">
        <p14:creationId xmlns:p14="http://schemas.microsoft.com/office/powerpoint/2010/main" val="1832500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AI in Treatment &amp; Patient Care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11200" y="2055813"/>
            <a:ext cx="10949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Personalized Treatment: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AI recommends tailored therapies based on patient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Robotic Surgery: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AI-guided robots assist surgeons for precise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Remote Monitoring: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Wearable devices track vital signs and alert doctors if needed.</a:t>
            </a:r>
          </a:p>
        </p:txBody>
      </p:sp>
    </p:spTree>
    <p:extLst>
      <p:ext uri="{BB962C8B-B14F-4D97-AF65-F5344CB8AC3E}">
        <p14:creationId xmlns:p14="http://schemas.microsoft.com/office/powerpoint/2010/main" val="39351593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AI in </a:t>
            </a:r>
            <a:r>
              <a:rPr lang="en-US" sz="7200" b="1" dirty="0" smtClean="0">
                <a:latin typeface="Bahnschrift Condensed" panose="020B0502040204020203" pitchFamily="34" charset="0"/>
              </a:rPr>
              <a:t>Medical Research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11200" y="2240471"/>
            <a:ext cx="1021541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AI accelerates drug discovery by analyzing large datasets quickly.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Simulations help predict drug effectiveness and potential side effects.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AI supports genomics research and disease pattern recognition.</a:t>
            </a:r>
          </a:p>
        </p:txBody>
      </p:sp>
    </p:spTree>
    <p:extLst>
      <p:ext uri="{BB962C8B-B14F-4D97-AF65-F5344CB8AC3E}">
        <p14:creationId xmlns:p14="http://schemas.microsoft.com/office/powerpoint/2010/main" val="40254522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latin typeface="Bahnschrift Condensed" panose="020B0502040204020203" pitchFamily="34" charset="0"/>
              </a:rPr>
              <a:t>Benefits of AI </a:t>
            </a:r>
            <a:r>
              <a:rPr lang="en-US" sz="7200" b="1" dirty="0" smtClean="0">
                <a:latin typeface="Bahnschrift Condensed" panose="020B0502040204020203" pitchFamily="34" charset="0"/>
              </a:rPr>
              <a:t>in </a:t>
            </a:r>
            <a:r>
              <a:rPr lang="en-US" sz="7200" b="1" dirty="0" smtClean="0">
                <a:latin typeface="Bahnschrift Condensed" panose="020B0502040204020203" pitchFamily="34" charset="0"/>
              </a:rPr>
              <a:t>HealthCare</a:t>
            </a:r>
            <a:endParaRPr lang="en-US" sz="72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0760" y="2388191"/>
            <a:ext cx="102768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Speeds up diagnosis and treatment planning.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Accuracy: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Reduces human errors in diagnosis and surgery.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Cost-Effective: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Optimizes hospital operations and resource allocation.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Accessibility: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Provides telemedicine and remote healthcare services globally.</a:t>
            </a:r>
          </a:p>
        </p:txBody>
      </p:sp>
    </p:spTree>
    <p:extLst>
      <p:ext uri="{BB962C8B-B14F-4D97-AF65-F5344CB8AC3E}">
        <p14:creationId xmlns:p14="http://schemas.microsoft.com/office/powerpoint/2010/main" val="11418604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1403676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atin typeface="Bahnschrift Condensed" panose="020B0502040204020203" pitchFamily="34" charset="0"/>
              </a:rPr>
              <a:t>Challenges &amp; Ethical Considerations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00126" y="2388623"/>
            <a:ext cx="93168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Data Privacy: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Protecting patient information from misuse or breaches.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Bias in AI Models: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Algorithms must be trained on diverse datasets.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High Costs: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Implementing AI systems can be expensive.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Dependence on Technology: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Over-reliance may affect clinical judgment.</a:t>
            </a:r>
          </a:p>
        </p:txBody>
      </p:sp>
    </p:spTree>
    <p:extLst>
      <p:ext uri="{BB962C8B-B14F-4D97-AF65-F5344CB8AC3E}">
        <p14:creationId xmlns:p14="http://schemas.microsoft.com/office/powerpoint/2010/main" val="2327199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1403676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atin typeface="Bahnschrift Condensed" panose="020B0502040204020203" pitchFamily="34" charset="0"/>
              </a:rPr>
              <a:t>Future of AI in HealthCare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0125" y="2173181"/>
            <a:ext cx="971405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Integration of AI with IoT for continuous patient monitoring.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AI-assisted predictive healthcare and precision medicine.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Smart hospitals using AI for administration, logistics, and patient care.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Collaboration between humans and AI for ethical, efficient healthcare.</a:t>
            </a:r>
          </a:p>
        </p:txBody>
      </p:sp>
    </p:spTree>
    <p:extLst>
      <p:ext uri="{BB962C8B-B14F-4D97-AF65-F5344CB8AC3E}">
        <p14:creationId xmlns:p14="http://schemas.microsoft.com/office/powerpoint/2010/main" val="41408330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60" y="365125"/>
            <a:ext cx="11403676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atin typeface="Bahnschrift Condensed" panose="020B0502040204020203" pitchFamily="34" charset="0"/>
              </a:rPr>
              <a:t>Interactive Quiz / Scenario Activity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0125" y="2225246"/>
            <a:ext cx="9714057" cy="300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 Activity:</a:t>
            </a:r>
            <a:endParaRPr lang="en-US" dirty="0"/>
          </a:p>
          <a:p>
            <a:r>
              <a:rPr lang="en-US" dirty="0"/>
              <a:t>Question: “</a:t>
            </a:r>
            <a:r>
              <a:rPr lang="en-US" b="1" i="1" dirty="0"/>
              <a:t>Which AI application helps in early detection of cancer?”</a:t>
            </a:r>
          </a:p>
          <a:p>
            <a:pPr lvl="1"/>
            <a:r>
              <a:rPr lang="en-US" b="1" dirty="0"/>
              <a:t>Option A: Predictive Analytics</a:t>
            </a:r>
          </a:p>
          <a:p>
            <a:pPr lvl="1"/>
            <a:r>
              <a:rPr lang="en-US" b="1" dirty="0"/>
              <a:t>Option B: Robotic Surgery</a:t>
            </a:r>
          </a:p>
          <a:p>
            <a:pPr lvl="1"/>
            <a:r>
              <a:rPr lang="en-US" b="1" dirty="0"/>
              <a:t>Option C: Wearable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333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443" y="445485"/>
            <a:ext cx="11403676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atin typeface="Bahnschrift Condensed" panose="020B0502040204020203" pitchFamily="34" charset="0"/>
              </a:rPr>
              <a:t>Conclusion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0126" y="2604067"/>
            <a:ext cx="1038831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AI is transforming healthcare by improving accuracy, efficiency, and accessibility.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Ethical implementation ensures patient safety and privacy.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The future of healthcare relies on smart collaboration between humans and AI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6260243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443" y="445485"/>
            <a:ext cx="11403676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latin typeface="Bahnschrift Condensed" panose="020B0502040204020203" pitchFamily="34" charset="0"/>
              </a:rPr>
              <a:t>References </a:t>
            </a:r>
            <a:endParaRPr lang="en-US" sz="66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 flipH="1">
            <a:off x="9211376" y="4456496"/>
            <a:ext cx="2980621" cy="2401503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flipV="1">
            <a:off x="1" y="0"/>
            <a:ext cx="2531444" cy="1771048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0125" y="2604066"/>
            <a:ext cx="980642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“Artificial Intelligence in Healthcare,” Journal of Medical Systems, 2024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World Health Organization – Digital Health Report 2023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Mayo Clinic – AI in Medicine Articles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IBM Watson Health – AI Case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Studie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3635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478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Bahnschrift Condensed</vt:lpstr>
      <vt:lpstr>Calibri</vt:lpstr>
      <vt:lpstr>Calibri Light</vt:lpstr>
      <vt:lpstr>Wingdings</vt:lpstr>
      <vt:lpstr>Office Theme</vt:lpstr>
      <vt:lpstr>Importance of AI in HealthCare</vt:lpstr>
      <vt:lpstr>AGENDA</vt:lpstr>
      <vt:lpstr>Introduction to AI in HealthCare</vt:lpstr>
      <vt:lpstr>Application of AI in Diagnosis</vt:lpstr>
      <vt:lpstr>AI in Treatment &amp; Patient Care</vt:lpstr>
      <vt:lpstr>AI in Medical Research</vt:lpstr>
      <vt:lpstr>Benefits of AI in HealthCare</vt:lpstr>
      <vt:lpstr>Challenges &amp; Ethical Considerations</vt:lpstr>
      <vt:lpstr>Future of AI in HealthCare</vt:lpstr>
      <vt:lpstr>Interactive Quiz / Scenario Activity</vt:lpstr>
      <vt:lpstr>Conclusion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AI in HealthCare</dc:title>
  <dc:creator>Urwa Rafique</dc:creator>
  <cp:lastModifiedBy>Urwa Rafique</cp:lastModifiedBy>
  <cp:revision>7</cp:revision>
  <dcterms:created xsi:type="dcterms:W3CDTF">2025-10-14T15:22:07Z</dcterms:created>
  <dcterms:modified xsi:type="dcterms:W3CDTF">2025-10-14T16:11:02Z</dcterms:modified>
</cp:coreProperties>
</file>